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97231"/>
            <a:ext cx="393723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Retail Insights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Natural-language Q&amp;A over structured sales CSVs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Automated executive sales summaries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 err="1"/>
              <a:t>LangGraph</a:t>
            </a:r>
            <a:r>
              <a:rPr dirty="0"/>
              <a:t> multi-agent workflow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Gemini + </a:t>
            </a:r>
            <a:r>
              <a:rPr dirty="0" err="1"/>
              <a:t>DuckDB</a:t>
            </a:r>
            <a:r>
              <a:rPr dirty="0"/>
              <a:t> + </a:t>
            </a:r>
            <a:r>
              <a:rPr dirty="0" err="1"/>
              <a:t>Streamlit</a:t>
            </a:r>
            <a:r>
              <a:rPr dirty="0"/>
              <a:t> implementation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Architecture designed for 100GB+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220"/>
                </a:solidFill>
              </a:defRPr>
            </a:pPr>
            <a:r>
              <a:t>Assignment Requirements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The implementation maps directly to the functional, technical, and scalability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73152" cy="1417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9047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Functional scope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Conversational Q&amp;A mode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Summarization mode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Sample sales CSV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73152" cy="141732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49047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Technical implementation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Python + Streamlit UI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Gemini API integration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LangGraph multi-agent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73152" cy="1417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49047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Data layer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DuckDB SQL analytics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Pandas tabular results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Plotly visualizations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06324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3063240"/>
            <a:ext cx="73152" cy="1417320"/>
          </a:xfrm>
          <a:prstGeom prst="roundRect">
            <a:avLst/>
          </a:prstGeom>
          <a:solidFill>
            <a:srgbClr val="FF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22783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Prompt layer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Schema-aware SQL prompts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Validation prompts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Business-response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06324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43400" y="3063240"/>
            <a:ext cx="73152" cy="1417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4568" y="322783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Evidence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Generated SQL visible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Tables and charts visible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Screenshots included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06324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92440" y="3063240"/>
            <a:ext cx="73152" cy="141732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8" y="3227832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Scale design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Lakehouse/warehouse plan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Metadata + vector retrieval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Monitoring and cost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220"/>
                </a:solidFill>
              </a:defRPr>
            </a:pPr>
            <a:r>
              <a:t>System Architecture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rPr dirty="0"/>
              <a:t>A thin </a:t>
            </a:r>
            <a:r>
              <a:rPr dirty="0" err="1"/>
              <a:t>Streamlit</a:t>
            </a:r>
            <a:r>
              <a:rPr dirty="0"/>
              <a:t> UI delegates reasoning and analytics to an orchestrated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73152" cy="68580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Streamlit UI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Question /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71800" y="1417320"/>
            <a:ext cx="73152" cy="68580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72968" y="158191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LangGraph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Workflow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17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3520" y="1417320"/>
            <a:ext cx="73152" cy="68580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4688" y="158191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Agents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Plan, extract, validate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41732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35240" y="1417320"/>
            <a:ext cx="73152" cy="68580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58191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DuckDB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SQL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41732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66960" y="1417320"/>
            <a:ext cx="73152" cy="68580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68128" y="158191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Gemini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Narrative answer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1755648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1755648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1755648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2640" y="1755648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27889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The LLM interprets intent and generates constrained SQL plans.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DuckDB performs deterministic aggregation over CSV-backed tables.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The validation agent checks relevance before final response generation.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The UI exposes answer, SQL, table, and chart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220"/>
                </a:solidFill>
              </a:defRPr>
            </a:pPr>
            <a:r>
              <a:t>Multi-Agent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Four agents separate language understanding, data retrieval, quality control, and response generation.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468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73152" cy="356616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2148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1. Query Resolution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Reads schema context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Classifies Q&amp;A vs summary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Generates SQL or analysis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2468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73152" cy="35661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0168" y="1399032"/>
            <a:ext cx="2148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2. Data Extraction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Runs DuckDB SQL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Computes summary stats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Returns structured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2468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73152" cy="3566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399032"/>
            <a:ext cx="2148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3. Validation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Checks relevance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Flags missing data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Reduces unsupported answers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234440"/>
            <a:ext cx="2468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15400" y="1234440"/>
            <a:ext cx="73152" cy="3566160"/>
          </a:xfrm>
          <a:prstGeom prst="roundRect">
            <a:avLst/>
          </a:prstGeom>
          <a:solidFill>
            <a:srgbClr val="FF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1399032"/>
            <a:ext cx="2148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4. Response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Business narrative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Concise insights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Fallback if quota is hit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Sequential LangGraph flow: Query Resolution → Data Extraction → Validation → Response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220"/>
                </a:solidFill>
              </a:defRPr>
            </a:pPr>
            <a:r>
              <a:t>LLM Integration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Gemini handles language reasoning; DuckDB remains the source of truth for calculations.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2918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73152" cy="416052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Gemini adapter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Uses google-genai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Temperature 0.1 for stable outputs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Fallback model support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Prompt cache for repeated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2918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73152" cy="4160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399032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Prompt strategy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Schema-aware query planning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Few-shot style SQL instructions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Validation before final answer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Executive response formatting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234440"/>
            <a:ext cx="32918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73152" cy="4160520"/>
          </a:xfrm>
          <a:prstGeom prst="roundRect">
            <a:avLst/>
          </a:prstGeom>
          <a:solidFill>
            <a:srgbClr val="FF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8" y="1399032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Reliability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Detects quota/key errors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Avoids wasteful retries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Falls back to local DuckDB result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Shows SQL/table/chart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220"/>
                </a:solidFill>
              </a:defRPr>
            </a:pPr>
            <a:r>
              <a:t>100GB+ Storage, Indexing, and Retrieval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Move from local CSV/DuckDB to lakehouse or warehouse-backed analytical retrieval.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2697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73152" cy="448056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307592"/>
            <a:ext cx="2377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Ingestion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Batch: Spark/Databricks/Dask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Streaming: Kafka/Kinesis/PubSub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Data quality and schema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143000"/>
            <a:ext cx="2697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20440" y="1143000"/>
            <a:ext cx="73152" cy="44805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608" y="1307592"/>
            <a:ext cx="2377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Storage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S3/ADLS/GCS data lake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Parquet + Delta/Iceberg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Warehouse: BigQuery/Snowflake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143000"/>
            <a:ext cx="2697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73152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7688" y="1307592"/>
            <a:ext cx="2377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Retrieval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Metadata filtering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Partition pruning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Semantic/KPI layer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Vector search for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143000"/>
            <a:ext cx="2240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72600" y="1143000"/>
            <a:ext cx="73152" cy="4480560"/>
          </a:xfrm>
          <a:prstGeom prst="roundRect">
            <a:avLst/>
          </a:prstGeom>
          <a:solidFill>
            <a:srgbClr val="FF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73768" y="1307592"/>
            <a:ext cx="19202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Ops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Prompt/result cache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Latency and cost tracking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Validation confidence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220"/>
                </a:solidFill>
              </a:defRPr>
            </a:pPr>
            <a:r>
              <a:t>Example Query → Response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The application returns an answer plus evidence for review and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Question: Which category has the highest sales?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Agent generates SQL against `amazon_sales`.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DuckDB returns aggregated result.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Response agent explains the business insight.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UI displays generated SQL, table, and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C1220"/>
                </a:solidFill>
              </a:defRPr>
            </a:pPr>
            <a:r>
              <a:t>Cost, Performance, Monitoring, and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Production readiness depends on measurement, guardrails, and scalable data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246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73152" cy="4389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53312"/>
            <a:ext cx="292607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Evaluation metrics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Answer correctness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SQL validity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Validation confidence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Latency and error rate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User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188720"/>
            <a:ext cx="3246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188720"/>
            <a:ext cx="73152" cy="438912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353312"/>
            <a:ext cx="292607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Cost controls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Use SQL for calculations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Limit rows to LLM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Cache repeated prompts/results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Route simple queries to smaller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188720"/>
            <a:ext cx="3246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79" y="1188720"/>
            <a:ext cx="73152" cy="4389120"/>
          </a:xfrm>
          <a:prstGeom prst="roundRect">
            <a:avLst/>
          </a:prstGeom>
          <a:solidFill>
            <a:srgbClr val="FF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8" y="1353312"/>
            <a:ext cx="292607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220"/>
                </a:solidFill>
              </a:defRPr>
            </a:pPr>
            <a:r>
              <a:t>Next improvements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Runtime file upload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Metric semantic layer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Golden query tests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Cloud warehouse integration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Authentication and audit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Ready for demo: run Streamlit, ask a question, open View Details, show SQL/table/chart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590</Words>
  <Application>Microsoft Office PowerPoint</Application>
  <PresentationFormat>Widescreen</PresentationFormat>
  <Paragraphs>131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Vineeth Reddy</cp:lastModifiedBy>
  <cp:revision>2</cp:revision>
  <dcterms:created xsi:type="dcterms:W3CDTF">2013-01-27T09:14:16Z</dcterms:created>
  <dcterms:modified xsi:type="dcterms:W3CDTF">2026-05-12T17:59:30Z</dcterms:modified>
  <cp:category/>
</cp:coreProperties>
</file>